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994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14F19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ReelFlip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Swipe. Chart. Trade.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TikTok-style crypto trading app on Solana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9945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trading is intimidating, fragmented, and built for power users.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50592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Overwhelming UIs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645920" y="2670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dashboards with dozens of charts, order books, and indicators scare away casual users.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1520" y="3200400"/>
            <a:ext cx="7680960" cy="77724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6499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is broken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645920" y="3584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trending tokens means jumping between Twitter, DEX screeners, and Telegram groups.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79392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4592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friction to trade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645920" y="44988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steps: find token, check chart, go to DEX, connect wallet, approve, swap.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ReelFlip turns token discovery and trading into a scroll-and-swipe experience.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463040" y="2286000"/>
            <a:ext cx="0" cy="502920"/>
          </a:xfrm>
          <a:prstGeom prst="line">
            <a:avLst/>
          </a:prstGeom>
          <a:noFill/>
          <a:ln w="19050">
            <a:solidFill>
              <a:srgbClr val="2A2A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91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Feed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cards with live price charts — just like TikTok, but for tokens.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463040" y="3246120"/>
            <a:ext cx="0" cy="502920"/>
          </a:xfrm>
          <a:prstGeom prst="line">
            <a:avLst/>
          </a:prstGeom>
          <a:noFill/>
          <a:ln w="19050">
            <a:solidFill>
              <a:srgbClr val="2A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Swap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9164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 token you like? Buy it right there. No switching apps, no copy-pasting addresses.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1463040" y="4206240"/>
            <a:ext cx="0" cy="502920"/>
          </a:xfrm>
          <a:prstGeom prst="line">
            <a:avLst/>
          </a:prstGeom>
          <a:noFill/>
          <a:ln w="19050">
            <a:solidFill>
              <a:srgbClr val="2A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9164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Discovery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69164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feed surfaces trending tokens based on momentum, volume, and community activity.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280160" y="1554480"/>
            <a:ext cx="640080" cy="64008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5" name="Text 2"/>
          <p:cNvSpPr/>
          <p:nvPr/>
        </p:nvSpPr>
        <p:spPr>
          <a:xfrm>
            <a:off x="12801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6916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App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ReelFlip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phone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29000" y="1554480"/>
            <a:ext cx="640080" cy="64008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0" name="Text 6"/>
          <p:cNvSpPr/>
          <p:nvPr/>
        </p:nvSpPr>
        <p:spPr>
          <a:xfrm>
            <a:off x="34290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916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8036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Feed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288036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through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token cards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577840" y="1554480"/>
            <a:ext cx="640080" cy="64008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5" name="Text 10"/>
          <p:cNvSpPr/>
          <p:nvPr/>
        </p:nvSpPr>
        <p:spPr>
          <a:xfrm>
            <a:off x="55778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916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Chart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02920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for realtime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action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726680" y="1554480"/>
            <a:ext cx="640080" cy="6400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0" name="Text 14"/>
          <p:cNvSpPr/>
          <p:nvPr/>
        </p:nvSpPr>
        <p:spPr>
          <a:xfrm>
            <a:off x="77266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17804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17804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to buy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sell instantly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14142B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14400" y="4224528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1E1E3A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4224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/ React Native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2788920" y="4224528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1E1E3A"/>
          </a:solidFill>
          <a:ln/>
        </p:spPr>
      </p:sp>
      <p:sp>
        <p:nvSpPr>
          <p:cNvPr id="28" name="Text 22"/>
          <p:cNvSpPr/>
          <p:nvPr/>
        </p:nvSpPr>
        <p:spPr>
          <a:xfrm>
            <a:off x="2788920" y="4224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Web3.js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663440" y="4224528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1E1E3A"/>
          </a:solidFill>
          <a:ln/>
        </p:spPr>
      </p:sp>
      <p:sp>
        <p:nvSpPr>
          <p:cNvPr id="30" name="Text 24"/>
          <p:cNvSpPr/>
          <p:nvPr/>
        </p:nvSpPr>
        <p:spPr>
          <a:xfrm>
            <a:off x="4663440" y="4224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Fastify Backend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537960" y="4224528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1E1E3A"/>
          </a:solidFill>
          <a:ln/>
        </p:spPr>
      </p:sp>
      <p:sp>
        <p:nvSpPr>
          <p:cNvPr id="32" name="Text 26"/>
          <p:cNvSpPr/>
          <p:nvPr/>
        </p:nvSpPr>
        <p:spPr>
          <a:xfrm>
            <a:off x="6537960" y="4224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Charts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are converging to make this the perfect moment.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31520" y="2011680"/>
            <a:ext cx="7680960" cy="86868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12848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20848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Mobile is exploding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737360" y="2450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 Chapter 2 shipped 100K+ devices. Mobile-first crypto is no longer theoretical — it's happening now.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1520" y="3017520"/>
            <a:ext cx="7680960" cy="86868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218688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7360" y="3090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Z expects short-form UX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737360" y="3456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TikTok generation doesn't read dashboards. They scroll, swipe, and decide in seconds.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31520" y="4023360"/>
            <a:ext cx="7680960" cy="86868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22452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37360" y="40965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needs a consumer moment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737360" y="4462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 volume is at all-time highs, but the interfaces are still built for traders, not normal people.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&amp; Users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3657600" cy="123444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840" y="1600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420M+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crypto holders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463040"/>
            <a:ext cx="3657600" cy="123444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1600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1.5B+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monthly active users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926080"/>
            <a:ext cx="3657600" cy="123444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05840" y="3063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0058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crypto traders are under 35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926080"/>
            <a:ext cx="3657600" cy="123444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29200" y="3063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$150B+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02920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DEX trading volume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user: crypto-curious Gen Z &amp; millennials who discover assets through social feeds, not trading terminals.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Validation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stage — built and functional, not yet launched.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005840" y="2084832"/>
            <a:ext cx="274320" cy="274320"/>
          </a:xfrm>
          <a:prstGeom prst="ellipse">
            <a:avLst/>
          </a:prstGeom>
          <a:solidFill>
            <a:srgbClr val="14F195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08760" y="20116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 built (Expo + Fastify)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05840" y="2560320"/>
            <a:ext cx="274320" cy="274320"/>
          </a:xfrm>
          <a:prstGeom prst="ellipse">
            <a:avLst/>
          </a:prstGeom>
          <a:solidFill>
            <a:srgbClr val="14F195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5328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24871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chart engine (WebSocket + SSE + polling fallback)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05840" y="3035808"/>
            <a:ext cx="274320" cy="274320"/>
          </a:xfrm>
          <a:prstGeom prst="ellipse">
            <a:avLst/>
          </a:prstGeom>
          <a:solidFill>
            <a:srgbClr val="14F195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0083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08760" y="29626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execution pipeline (quote → build → submit)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05840" y="3511296"/>
            <a:ext cx="274320" cy="274320"/>
          </a:xfrm>
          <a:prstGeom prst="ellipse">
            <a:avLst/>
          </a:prstGeom>
          <a:solidFill>
            <a:srgbClr val="14F195">
              <a:alpha val="8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4838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08760" y="343814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flow with wallet integration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05840" y="3986784"/>
            <a:ext cx="274320" cy="274320"/>
          </a:xfrm>
          <a:prstGeom prst="ellipse">
            <a:avLst/>
          </a:prstGeom>
          <a:solidFill>
            <a:srgbClr val="14F195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9593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08760" y="391363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with Redis caching and Supabase integration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05840" y="4462272"/>
            <a:ext cx="274320" cy="274320"/>
          </a:xfrm>
          <a:prstGeom prst="ellipse">
            <a:avLst/>
          </a:prstGeom>
          <a:solidFill>
            <a:srgbClr val="9945FF">
              <a:alpha val="8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4434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508760" y="43891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Testflight / closed beta launch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&amp; Innovation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54480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chart transport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554480" y="1737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primary, SSE fallback, polling as last resort. Always-on realtime data, even on poor connections.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5728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54480" y="23042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FeedChartStore architecture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554480" y="2651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 store with useSyncExternalStore — zero re-renders on price ticks outside visible cards.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10128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54480" y="32186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swap pipeline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1554480" y="3566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→ Build → Submit in one flow. 15s timeout with abort. Users never leave the feed to trade.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24528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54480" y="41330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Solana-native wallet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1554480" y="44805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integration with Mobile Wallet Adapter. No browser extensions, no seed phrase popups.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crypto trading as natural as scrolling your social feed.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2377440"/>
            <a:ext cx="2560320" cy="210312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77440"/>
            <a:ext cx="2560320" cy="41148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feed + swap on Solana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charts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UX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66160" y="2377440"/>
            <a:ext cx="2560320" cy="210312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2377440"/>
            <a:ext cx="2560320" cy="41148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3" name="Text 10"/>
          <p:cNvSpPr/>
          <p:nvPr/>
        </p:nvSpPr>
        <p:spPr>
          <a:xfrm>
            <a:off x="356616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4904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features (follow traders, share wins)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4904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tracking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4904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 on price moves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2377440"/>
            <a:ext cx="2560320" cy="210312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2377440"/>
            <a:ext cx="2560320" cy="41148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8368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 support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Copy-trading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launch feed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286000" y="1463040"/>
            <a:ext cx="4572000" cy="256032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977640" y="1737360"/>
            <a:ext cx="1097280" cy="1097280"/>
          </a:xfrm>
          <a:prstGeom prst="ellipse">
            <a:avLst/>
          </a:prstGeom>
          <a:solidFill>
            <a:srgbClr val="9945FF">
              <a:alpha val="5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92024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86000" y="2926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Eugene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8600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Product Designer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2860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in Cyprus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Solo-building the full stack: design, mobile app, backend, and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9945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14F19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Connect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ReelFlip is live on devnet and ready for your feedback.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2926080"/>
            <a:ext cx="2286000" cy="109728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github.com/reelflip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2926080"/>
            <a:ext cx="2286000" cy="109728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Demo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demo.reelflip.app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926080"/>
            <a:ext cx="2286000" cy="1097280"/>
          </a:xfrm>
          <a:prstGeom prst="rect">
            <a:avLst/>
          </a:prstGeom>
          <a:solidFill>
            <a:srgbClr val="14142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ulyaeugene@gmail.com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Swipe. Chart. Trade. The future of crypto is mobile.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ReelFlip — Hackathon Pitch</dc:title>
  <dc:subject>PptxGenJS Presentation</dc:subject>
  <dc:creator>Eugene</dc:creator>
  <cp:lastModifiedBy>Eugene</cp:lastModifiedBy>
  <cp:revision>1</cp:revision>
  <dcterms:created xsi:type="dcterms:W3CDTF">2026-03-09T23:06:28Z</dcterms:created>
  <dcterms:modified xsi:type="dcterms:W3CDTF">2026-03-09T23:06:28Z</dcterms:modified>
</cp:coreProperties>
</file>